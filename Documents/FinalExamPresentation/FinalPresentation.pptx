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9" r:id="rId4"/>
  </p:sldMasterIdLst>
  <p:sldIdLst>
    <p:sldId id="256" r:id="rId5"/>
    <p:sldId id="265" r:id="rId6"/>
    <p:sldId id="259" r:id="rId7"/>
    <p:sldId id="260" r:id="rId8"/>
    <p:sldId id="257" r:id="rId9"/>
    <p:sldId id="267" r:id="rId10"/>
    <p:sldId id="266" r:id="rId11"/>
    <p:sldId id="268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7DBC44-C1C6-F443-8076-654296E37C04}">
          <p14:sldIdLst>
            <p14:sldId id="256"/>
            <p14:sldId id="265"/>
            <p14:sldId id="259"/>
            <p14:sldId id="260"/>
            <p14:sldId id="257"/>
            <p14:sldId id="267"/>
            <p14:sldId id="266"/>
            <p14:sldId id="268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A9FD3-08CD-D7B0-33D8-2F218D851F9C}" v="377" dt="2025-11-12T03:45:59.119"/>
    <p1510:client id="{7E17A0F3-C694-BD18-CEE7-257393FA365D}" v="155" dt="2025-11-12T03:49:4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erson driving a car&#10;&#10;AI-generated content may be incorrect.">
            <a:extLst>
              <a:ext uri="{FF2B5EF4-FFF2-40B4-BE49-F238E27FC236}">
                <a16:creationId xmlns:a16="http://schemas.microsoft.com/office/drawing/2014/main" id="{C12AB0D9-FDFB-AC2C-ADE0-E4A49E31D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4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60" name="Title 59">
            <a:extLst>
              <a:ext uri="{FF2B5EF4-FFF2-40B4-BE49-F238E27FC236}">
                <a16:creationId xmlns:a16="http://schemas.microsoft.com/office/drawing/2014/main" id="{D17147C2-9FAC-C2F0-099A-CE29A0C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PARKMASTER</a:t>
            </a:r>
          </a:p>
        </p:txBody>
      </p:sp>
      <p:sp>
        <p:nvSpPr>
          <p:cNvPr id="61" name="Subtitle 60">
            <a:extLst>
              <a:ext uri="{FF2B5EF4-FFF2-40B4-BE49-F238E27FC236}">
                <a16:creationId xmlns:a16="http://schemas.microsoft.com/office/drawing/2014/main" id="{E349D9DF-F590-93F2-90E1-BCE45C68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</a:t>
            </a:r>
            <a:r>
              <a:rPr lang="en-US" err="1">
                <a:solidFill>
                  <a:srgbClr val="FFFFFF"/>
                </a:solidFill>
              </a:rPr>
              <a:t>IdealTeAm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85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632E-A54A-700C-55A3-EA11A14F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Trouble?</a:t>
            </a:r>
          </a:p>
        </p:txBody>
      </p:sp>
    </p:spTree>
    <p:extLst>
      <p:ext uri="{BB962C8B-B14F-4D97-AF65-F5344CB8AC3E}">
        <p14:creationId xmlns:p14="http://schemas.microsoft.com/office/powerpoint/2010/main" val="71324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C38-6490-68B5-5ECF-DAA85D9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D618D-D17C-7021-D600-7A2F01D70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 dirty="0"/>
              <a:t>Deployment Diagram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00DC4502-5780-0AB9-40A2-FB860C46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38" y="0"/>
            <a:ext cx="7638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FF9A-9296-AC95-440F-A7536064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6FE2-FD4F-8C1F-E4A7-6D70C80F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428408"/>
            <a:ext cx="8818714" cy="305799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TARGETED TOWARDS PRIVATE COMPANIES</a:t>
            </a:r>
          </a:p>
          <a:p>
            <a:pPr marL="285750" indent="-285750">
              <a:buChar char="•"/>
            </a:pPr>
            <a:r>
              <a:rPr lang="en-US" dirty="0"/>
              <a:t>TOOL TO CREATE PARKING LOTS</a:t>
            </a:r>
          </a:p>
          <a:p>
            <a:pPr marL="285750" indent="-285750">
              <a:buChar char="•"/>
            </a:pPr>
            <a:r>
              <a:rPr lang="en-US" dirty="0"/>
              <a:t>Tool to help with organization and scheduling</a:t>
            </a:r>
          </a:p>
          <a:p>
            <a:pPr marL="285750" indent="-285750">
              <a:buChar char="•"/>
            </a:pPr>
            <a:r>
              <a:rPr lang="en-US" dirty="0"/>
              <a:t>INTERFACE TO MANAGE USERS AS ADMIN</a:t>
            </a:r>
          </a:p>
          <a:p>
            <a:pPr marL="285750" indent="-285750">
              <a:buChar char="•"/>
            </a:pPr>
            <a:r>
              <a:rPr lang="en-US" dirty="0"/>
              <a:t>INTERFACE TO VIEW PARKING AS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C1FA-02FF-4723-BA5B-CD73766A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B335-A131-F2FB-BB54-AF5476DBC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Admin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29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652C-288A-0381-A88D-242ABA5A6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Development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36C7F-2E0E-A0AE-4010-EE8B99034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lot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3236-2CBC-5932-8DC1-5FED006D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C096-73B2-03C9-A9F8-FC9305312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</a:t>
            </a:r>
            <a:br>
              <a:rPr lang="en-US" dirty="0"/>
            </a:br>
            <a:r>
              <a:rPr lang="en-US" dirty="0"/>
              <a:t>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2D959-7D97-FD1F-252D-BFFA4F4C3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Future development ideas here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Discuss n. Postman idea</a:t>
            </a:r>
          </a:p>
        </p:txBody>
      </p:sp>
    </p:spTree>
    <p:extLst>
      <p:ext uri="{BB962C8B-B14F-4D97-AF65-F5344CB8AC3E}">
        <p14:creationId xmlns:p14="http://schemas.microsoft.com/office/powerpoint/2010/main" val="58761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A6E-6BF7-357C-33CD-48A01F440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1732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AB83-698B-B3F0-7B51-7ECDCFEFF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44936824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BA4779C6E5F3489F015472217D0E45" ma:contentTypeVersion="14" ma:contentTypeDescription="Create a new document." ma:contentTypeScope="" ma:versionID="590c153ea4425fc731ad074e57e4588d">
  <xsd:schema xmlns:xsd="http://www.w3.org/2001/XMLSchema" xmlns:xs="http://www.w3.org/2001/XMLSchema" xmlns:p="http://schemas.microsoft.com/office/2006/metadata/properties" xmlns:ns3="0331c0a4-ceaa-4ed2-8c42-274452bb1367" xmlns:ns4="86fd2834-a65f-435e-a8b9-03107db2ce79" targetNamespace="http://schemas.microsoft.com/office/2006/metadata/properties" ma:root="true" ma:fieldsID="33ed127aa375f1e30067509825b8cabf" ns3:_="" ns4:_="">
    <xsd:import namespace="0331c0a4-ceaa-4ed2-8c42-274452bb1367"/>
    <xsd:import namespace="86fd2834-a65f-435e-a8b9-03107db2ce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31c0a4-ceaa-4ed2-8c42-274452bb13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d2834-a65f-435e-a8b9-03107db2ce7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31c0a4-ceaa-4ed2-8c42-274452bb1367" xsi:nil="true"/>
  </documentManagement>
</p:properties>
</file>

<file path=customXml/itemProps1.xml><?xml version="1.0" encoding="utf-8"?>
<ds:datastoreItem xmlns:ds="http://schemas.openxmlformats.org/officeDocument/2006/customXml" ds:itemID="{C2DAA709-D489-4222-A456-7876579CB9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2C5432-B11F-48C2-AF5A-234BCA3A1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31c0a4-ceaa-4ed2-8c42-274452bb1367"/>
    <ds:schemaRef ds:uri="86fd2834-a65f-435e-a8b9-03107db2ce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FEC6CE-5FAE-4CCA-B9D6-DD27AAE7102D}">
  <ds:schemaRefs>
    <ds:schemaRef ds:uri="0331c0a4-ceaa-4ed2-8c42-274452bb136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86fd2834-a65f-435e-a8b9-03107db2ce7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70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PARKMASTER</vt:lpstr>
      <vt:lpstr>Parking Trouble?</vt:lpstr>
      <vt:lpstr>User Demo </vt:lpstr>
      <vt:lpstr>Deployment Diagram</vt:lpstr>
      <vt:lpstr>Vision Statement</vt:lpstr>
      <vt:lpstr>Admin Demo </vt:lpstr>
      <vt:lpstr>Development Progress</vt:lpstr>
      <vt:lpstr>Future Development</vt:lpstr>
      <vt:lpstr>Questions?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Genevieve Osei-Owusu</dc:creator>
  <cp:lastModifiedBy>Simon Troyer</cp:lastModifiedBy>
  <cp:revision>107</cp:revision>
  <dcterms:created xsi:type="dcterms:W3CDTF">2025-11-12T02:17:45Z</dcterms:created>
  <dcterms:modified xsi:type="dcterms:W3CDTF">2025-12-14T05:41:15Z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0x010100B4BA4779C6E5F3489F015472217D0E45</vt:lpwstr>
  </property>
</Properties>
</file>