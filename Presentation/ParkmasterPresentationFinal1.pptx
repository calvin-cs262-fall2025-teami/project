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09" r:id="rId4"/>
  </p:sldMasterIdLst>
  <p:sldIdLst>
    <p:sldId id="256" r:id="rId5"/>
    <p:sldId id="265" r:id="rId6"/>
    <p:sldId id="257" r:id="rId7"/>
    <p:sldId id="259" r:id="rId8"/>
    <p:sldId id="260" r:id="rId9"/>
    <p:sldId id="266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897DBC44-C1C6-F443-8076-654296E37C04}">
          <p14:sldIdLst>
            <p14:sldId id="256"/>
            <p14:sldId id="265"/>
            <p14:sldId id="257"/>
            <p14:sldId id="259"/>
            <p14:sldId id="260"/>
            <p14:sldId id="266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CA9FD3-08CD-D7B0-33D8-2F218D851F9C}" v="377" dt="2025-11-12T03:45:59.119"/>
    <p1510:client id="{7E17A0F3-C694-BD18-CEE7-257393FA365D}" v="155" dt="2025-11-12T03:49:49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56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2592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5" name="Rectangle 84">
            <a:extLst>
              <a:ext uri="{FF2B5EF4-FFF2-40B4-BE49-F238E27FC236}">
                <a16:creationId xmlns:a16="http://schemas.microsoft.com/office/drawing/2014/main" id="{D983080A-6551-4451-BD82-99B048897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9" name="Picture 58" descr="A person driving a car&#10;&#10;AI-generated content may be incorrect.">
            <a:extLst>
              <a:ext uri="{FF2B5EF4-FFF2-40B4-BE49-F238E27FC236}">
                <a16:creationId xmlns:a16="http://schemas.microsoft.com/office/drawing/2014/main" id="{C12AB0D9-FDFB-AC2C-ADE0-E4A49E31D7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4449"/>
          <a:stretch>
            <a:fillRect/>
          </a:stretch>
        </p:blipFill>
        <p:spPr>
          <a:xfrm>
            <a:off x="20" y="10"/>
            <a:ext cx="12191980" cy="6857985"/>
          </a:xfrm>
          <a:prstGeom prst="rect">
            <a:avLst/>
          </a:prstGeom>
        </p:spPr>
      </p:pic>
      <p:sp>
        <p:nvSpPr>
          <p:cNvPr id="60" name="Title 59">
            <a:extLst>
              <a:ext uri="{FF2B5EF4-FFF2-40B4-BE49-F238E27FC236}">
                <a16:creationId xmlns:a16="http://schemas.microsoft.com/office/drawing/2014/main" id="{D17147C2-9FAC-C2F0-099A-CE29A0CA76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2909456"/>
            <a:ext cx="7393922" cy="3066469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PARKMASTER</a:t>
            </a:r>
          </a:p>
        </p:txBody>
      </p:sp>
      <p:sp>
        <p:nvSpPr>
          <p:cNvPr id="61" name="Subtitle 60">
            <a:extLst>
              <a:ext uri="{FF2B5EF4-FFF2-40B4-BE49-F238E27FC236}">
                <a16:creationId xmlns:a16="http://schemas.microsoft.com/office/drawing/2014/main" id="{E349D9DF-F590-93F2-90E1-BCE45C680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956113"/>
            <a:ext cx="7393922" cy="1329888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By </a:t>
            </a:r>
            <a:r>
              <a:rPr lang="en-US" err="1">
                <a:solidFill>
                  <a:srgbClr val="FFFFFF"/>
                </a:solidFill>
              </a:rPr>
              <a:t>IdealTeAm</a:t>
            </a:r>
          </a:p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8599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  <p:bldP spid="6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4632E-A54A-700C-55A3-EA11A14F15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Parking Trouble?</a:t>
            </a:r>
          </a:p>
        </p:txBody>
      </p:sp>
    </p:spTree>
    <p:extLst>
      <p:ext uri="{BB962C8B-B14F-4D97-AF65-F5344CB8AC3E}">
        <p14:creationId xmlns:p14="http://schemas.microsoft.com/office/powerpoint/2010/main" val="713243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BFF9A-9296-AC95-440F-A75360641E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Vision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66FE2-FD4F-8C1F-E4A7-6D70C80F9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79" y="2428408"/>
            <a:ext cx="8818714" cy="3057994"/>
          </a:xfrm>
        </p:spPr>
        <p:txBody>
          <a:bodyPr>
            <a:normAutofit/>
          </a:bodyPr>
          <a:lstStyle/>
          <a:p>
            <a:pPr marL="285750" indent="-285750">
              <a:buChar char="•"/>
            </a:pPr>
            <a:r>
              <a:rPr lang="en-US" dirty="0"/>
              <a:t>TARGETED TOWARDS PRIVATE COMPANIES</a:t>
            </a:r>
          </a:p>
          <a:p>
            <a:pPr marL="285750" indent="-285750">
              <a:buChar char="•"/>
            </a:pPr>
            <a:r>
              <a:rPr lang="en-US" dirty="0"/>
              <a:t>TOOL TO CREATE PARKING LOTS</a:t>
            </a:r>
          </a:p>
          <a:p>
            <a:pPr marL="285750" indent="-285750">
              <a:buChar char="•"/>
            </a:pPr>
            <a:r>
              <a:rPr lang="en-US" dirty="0"/>
              <a:t>Tool to help with organization and scheduling</a:t>
            </a:r>
          </a:p>
          <a:p>
            <a:pPr marL="285750" indent="-285750">
              <a:buChar char="•"/>
            </a:pPr>
            <a:r>
              <a:rPr lang="en-US" dirty="0"/>
              <a:t>INTERFACE TO MANAGE USERS AS ADMIN</a:t>
            </a:r>
          </a:p>
          <a:p>
            <a:pPr marL="285750" indent="-285750">
              <a:buChar char="•"/>
            </a:pPr>
            <a:r>
              <a:rPr lang="en-US" dirty="0"/>
              <a:t>INTERFACE TO VIEW PARKING AS USER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3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E3C38-6490-68B5-5ECF-DAA85D91E5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User Demo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174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D618D-D17C-7021-D600-7A2F01D70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573" y="1371600"/>
            <a:ext cx="3250069" cy="2696866"/>
          </a:xfrm>
        </p:spPr>
        <p:txBody>
          <a:bodyPr anchor="t">
            <a:normAutofit/>
          </a:bodyPr>
          <a:lstStyle/>
          <a:p>
            <a:r>
              <a:rPr lang="en-US" sz="4400"/>
              <a:t>Domain Model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0985FAAE-A677-8907-F9A3-A900A26B93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958" y="-38745"/>
            <a:ext cx="7419417" cy="693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24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A652C-288A-0381-A88D-242ABA5A6A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Progress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36C7F-2E0E-A0AE-4010-EE8B990344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3429001"/>
            <a:ext cx="6675120" cy="2443766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Most main features are near complete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Scheduling in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in progress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Overall polish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161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9A6E-6BF7-357C-33CD-48A01F4405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217321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CAB83-698B-B3F0-7B51-7ECDCFEFFA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Thanks For Listening</a:t>
            </a:r>
          </a:p>
        </p:txBody>
      </p:sp>
    </p:spTree>
    <p:extLst>
      <p:ext uri="{BB962C8B-B14F-4D97-AF65-F5344CB8AC3E}">
        <p14:creationId xmlns:p14="http://schemas.microsoft.com/office/powerpoint/2010/main" val="144936824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BA4779C6E5F3489F015472217D0E45" ma:contentTypeVersion="14" ma:contentTypeDescription="Create a new document." ma:contentTypeScope="" ma:versionID="590c153ea4425fc731ad074e57e4588d">
  <xsd:schema xmlns:xsd="http://www.w3.org/2001/XMLSchema" xmlns:xs="http://www.w3.org/2001/XMLSchema" xmlns:p="http://schemas.microsoft.com/office/2006/metadata/properties" xmlns:ns3="0331c0a4-ceaa-4ed2-8c42-274452bb1367" xmlns:ns4="86fd2834-a65f-435e-a8b9-03107db2ce79" targetNamespace="http://schemas.microsoft.com/office/2006/metadata/properties" ma:root="true" ma:fieldsID="33ed127aa375f1e30067509825b8cabf" ns3:_="" ns4:_="">
    <xsd:import namespace="0331c0a4-ceaa-4ed2-8c42-274452bb1367"/>
    <xsd:import namespace="86fd2834-a65f-435e-a8b9-03107db2ce7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31c0a4-ceaa-4ed2-8c42-274452bb13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fd2834-a65f-435e-a8b9-03107db2ce79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331c0a4-ceaa-4ed2-8c42-274452bb1367" xsi:nil="true"/>
  </documentManagement>
</p:properties>
</file>

<file path=customXml/itemProps1.xml><?xml version="1.0" encoding="utf-8"?>
<ds:datastoreItem xmlns:ds="http://schemas.openxmlformats.org/officeDocument/2006/customXml" ds:itemID="{152C5432-B11F-48C2-AF5A-234BCA3A18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31c0a4-ceaa-4ed2-8c42-274452bb1367"/>
    <ds:schemaRef ds:uri="86fd2834-a65f-435e-a8b9-03107db2ce7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DAA709-D489-4222-A456-7876579CB9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3FEC6CE-5FAE-4CCA-B9D6-DD27AAE7102D}">
  <ds:schemaRefs>
    <ds:schemaRef ds:uri="0331c0a4-ceaa-4ed2-8c42-274452bb1367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purl.org/dc/dcmitype/"/>
    <ds:schemaRef ds:uri="86fd2834-a65f-435e-a8b9-03107db2ce79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</TotalTime>
  <Words>62</Words>
  <Application>Microsoft Office PowerPoint</Application>
  <PresentationFormat>Widescreen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Grandview Display</vt:lpstr>
      <vt:lpstr>DashVTI</vt:lpstr>
      <vt:lpstr>PARKMASTER</vt:lpstr>
      <vt:lpstr>Parking Trouble?</vt:lpstr>
      <vt:lpstr>Vision Statement</vt:lpstr>
      <vt:lpstr>User Demo </vt:lpstr>
      <vt:lpstr>Domain Model</vt:lpstr>
      <vt:lpstr>Progress Update</vt:lpstr>
      <vt:lpstr>Questions?</vt:lpstr>
      <vt:lpstr>Thanks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Genevieve Osei-Owusu</dc:creator>
  <cp:lastModifiedBy>Simon Troyer</cp:lastModifiedBy>
  <cp:revision>106</cp:revision>
  <dcterms:created xsi:type="dcterms:W3CDTF">2025-11-12T02:17:45Z</dcterms:created>
  <dcterms:modified xsi:type="dcterms:W3CDTF">2025-11-14T17:54:27Z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0x010100B4BA4779C6E5F3489F015472217D0E45</vt:lpwstr>
  </property>
</Properties>
</file>