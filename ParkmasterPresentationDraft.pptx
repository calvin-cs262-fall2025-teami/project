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9" r:id="rId1"/>
  </p:sldMasterIdLst>
  <p:sldIdLst>
    <p:sldId id="256" r:id="rId2"/>
    <p:sldId id="265" r:id="rId3"/>
    <p:sldId id="259" r:id="rId4"/>
    <p:sldId id="257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7DBC44-C1C6-F443-8076-654296E37C04}">
          <p14:sldIdLst>
            <p14:sldId id="256"/>
            <p14:sldId id="265"/>
            <p14:sldId id="259"/>
            <p14:sldId id="257"/>
            <p14:sldId id="260"/>
            <p14:sldId id="263"/>
            <p14:sldId id="264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A9FD3-08CD-D7B0-33D8-2F218D851F9C}" v="377" dt="2025-11-12T03:45:59.119"/>
    <p1510:client id="{7E17A0F3-C694-BD18-CEE7-257393FA365D}" v="155" dt="2025-11-12T03:49:4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erson driving a car&#10;&#10;AI-generated content may be incorrect.">
            <a:extLst>
              <a:ext uri="{FF2B5EF4-FFF2-40B4-BE49-F238E27FC236}">
                <a16:creationId xmlns:a16="http://schemas.microsoft.com/office/drawing/2014/main" id="{C12AB0D9-FDFB-AC2C-ADE0-E4A49E31D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4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60" name="Title 59">
            <a:extLst>
              <a:ext uri="{FF2B5EF4-FFF2-40B4-BE49-F238E27FC236}">
                <a16:creationId xmlns:a16="http://schemas.microsoft.com/office/drawing/2014/main" id="{D17147C2-9FAC-C2F0-099A-CE29A0C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PARKMASTER</a:t>
            </a:r>
          </a:p>
        </p:txBody>
      </p:sp>
      <p:sp>
        <p:nvSpPr>
          <p:cNvPr id="61" name="Subtitle 60">
            <a:extLst>
              <a:ext uri="{FF2B5EF4-FFF2-40B4-BE49-F238E27FC236}">
                <a16:creationId xmlns:a16="http://schemas.microsoft.com/office/drawing/2014/main" id="{E349D9DF-F590-93F2-90E1-BCE45C68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</a:t>
            </a:r>
            <a:r>
              <a:rPr lang="en-US" err="1">
                <a:solidFill>
                  <a:srgbClr val="FFFFFF"/>
                </a:solidFill>
              </a:rPr>
              <a:t>IdealTeAm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85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632E-A54A-700C-55A3-EA11A14F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Trouble?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A8DE9-A699-6C28-DD92-EDAF1CCB9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4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C38-6490-68B5-5ECF-DAA85D9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Demo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77A99-02FF-CDC9-607E-A914A0E3A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05936"/>
            <a:ext cx="6675120" cy="24668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FF9A-9296-AC95-440F-A7536064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6FE2-FD4F-8C1F-E4A7-6D70C80F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428408"/>
            <a:ext cx="8818714" cy="305799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TARGETED TOWARDS PRIVATE COMPANIES</a:t>
            </a:r>
          </a:p>
          <a:p>
            <a:pPr marL="285750" indent="-285750">
              <a:buChar char="•"/>
            </a:pPr>
            <a:r>
              <a:rPr lang="en-US" dirty="0"/>
              <a:t>TOOL TO CREATE PARKING LOTS</a:t>
            </a:r>
          </a:p>
          <a:p>
            <a:pPr marL="285750" indent="-285750">
              <a:buChar char="•"/>
            </a:pPr>
            <a:r>
              <a:rPr lang="en-US" dirty="0"/>
              <a:t>Tool to help with organization and scheduling</a:t>
            </a:r>
          </a:p>
          <a:p>
            <a:pPr marL="285750" indent="-285750">
              <a:buChar char="•"/>
            </a:pPr>
            <a:r>
              <a:rPr lang="en-US" dirty="0"/>
              <a:t>INTERFACE TO MANAGE USERS AS ADMIN</a:t>
            </a:r>
          </a:p>
          <a:p>
            <a:pPr marL="285750" indent="-285750">
              <a:buChar char="•"/>
            </a:pPr>
            <a:r>
              <a:rPr lang="en-US" dirty="0"/>
              <a:t>INTERFACE TO VIEW PARKING AS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D618D-D17C-7021-D600-7A2F01D70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/>
              <a:t>Domain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0192E-BB6B-2796-D8A5-6210C72DE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985FAAE-A677-8907-F9A3-A900A26B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031001"/>
            <a:ext cx="4910234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A6E-6BF7-357C-33CD-48A01F440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6D847-5E76-B367-7DF8-CFEA98466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2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AB83-698B-B3F0-7B51-7ECDCFEFF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12216-A848-91D5-D3A3-801B5137F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68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A88B-7230-46A7-037B-B1218025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Database Model</a:t>
            </a:r>
            <a:br>
              <a:rPr lang="en-US"/>
            </a:br>
            <a:r>
              <a:rPr lang="en-US"/>
              <a:t>(or at least plans)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A63C5-F271-215C-866B-64FC4B656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74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3434-5241-144A-CD91-6AEE420D9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Human Technology Interaction Model</a:t>
            </a:r>
            <a:br>
              <a:rPr lang="en-US"/>
            </a:br>
            <a:r>
              <a:rPr lang="en-US"/>
              <a:t>(or at least plans)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0F42-227A-BA70-072C-BAE86743C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0019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</TotalTime>
  <Words>66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PARKMASTER</vt:lpstr>
      <vt:lpstr>Parking Trouble?</vt:lpstr>
      <vt:lpstr>User Demo </vt:lpstr>
      <vt:lpstr>Vision Statement</vt:lpstr>
      <vt:lpstr>Domain Model</vt:lpstr>
      <vt:lpstr>Questions?</vt:lpstr>
      <vt:lpstr>Thanks For Listening</vt:lpstr>
      <vt:lpstr>Database Model (or at least plans)</vt:lpstr>
      <vt:lpstr>Human Technology Interaction Model (or at least plans)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Genevieve Osei-Owusu</dc:creator>
  <cp:lastModifiedBy>Evan Evans</cp:lastModifiedBy>
  <cp:revision>101</cp:revision>
  <dcterms:created xsi:type="dcterms:W3CDTF">2025-11-12T02:17:45Z</dcterms:created>
  <dcterms:modified xsi:type="dcterms:W3CDTF">2025-11-13T22:32:50Z</dcterms:modified>
</cp:coreProperties>
</file>